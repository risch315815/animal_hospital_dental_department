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0107613" cy="706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1099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071" y="1155618"/>
            <a:ext cx="8591471" cy="2458344"/>
          </a:xfrm>
        </p:spPr>
        <p:txBody>
          <a:bodyPr anchor="b"/>
          <a:lstStyle>
            <a:lvl1pPr algn="ctr">
              <a:defRPr sz="6178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3452" y="3708765"/>
            <a:ext cx="7580710" cy="1704822"/>
          </a:xfrm>
        </p:spPr>
        <p:txBody>
          <a:bodyPr/>
          <a:lstStyle>
            <a:lvl1pPr marL="0" indent="0" algn="ctr">
              <a:buNone/>
              <a:defRPr sz="2471"/>
            </a:lvl1pPr>
            <a:lvl2pPr marL="470733" indent="0" algn="ctr">
              <a:buNone/>
              <a:defRPr sz="2059"/>
            </a:lvl2pPr>
            <a:lvl3pPr marL="941466" indent="0" algn="ctr">
              <a:buNone/>
              <a:defRPr sz="1853"/>
            </a:lvl3pPr>
            <a:lvl4pPr marL="1412199" indent="0" algn="ctr">
              <a:buNone/>
              <a:defRPr sz="1647"/>
            </a:lvl4pPr>
            <a:lvl5pPr marL="1882932" indent="0" algn="ctr">
              <a:buNone/>
              <a:defRPr sz="1647"/>
            </a:lvl5pPr>
            <a:lvl6pPr marL="2353666" indent="0" algn="ctr">
              <a:buNone/>
              <a:defRPr sz="1647"/>
            </a:lvl6pPr>
            <a:lvl7pPr marL="2824399" indent="0" algn="ctr">
              <a:buNone/>
              <a:defRPr sz="1647"/>
            </a:lvl7pPr>
            <a:lvl8pPr marL="3295132" indent="0" algn="ctr">
              <a:buNone/>
              <a:defRPr sz="1647"/>
            </a:lvl8pPr>
            <a:lvl9pPr marL="3765865" indent="0" algn="ctr">
              <a:buNone/>
              <a:defRPr sz="1647"/>
            </a:lvl9pPr>
          </a:lstStyle>
          <a:p>
            <a:r>
              <a:rPr lang="en-US" altLang="zh-TW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04F7-46B1-4C74-8A79-52BFE0ACC9C6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32864-8013-47E1-944B-1E70ADA273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4262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04F7-46B1-4C74-8A79-52BFE0ACC9C6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32864-8013-47E1-944B-1E70ADA273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065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635" y="1760398"/>
            <a:ext cx="8717816" cy="2937263"/>
          </a:xfrm>
        </p:spPr>
        <p:txBody>
          <a:bodyPr anchor="b"/>
          <a:lstStyle>
            <a:lvl1pPr>
              <a:defRPr sz="6178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635" y="4725449"/>
            <a:ext cx="8717816" cy="1544637"/>
          </a:xfrm>
        </p:spPr>
        <p:txBody>
          <a:bodyPr/>
          <a:lstStyle>
            <a:lvl1pPr marL="0" indent="0">
              <a:buNone/>
              <a:defRPr sz="2471">
                <a:solidFill>
                  <a:schemeClr val="tx1">
                    <a:tint val="82000"/>
                  </a:schemeClr>
                </a:solidFill>
              </a:defRPr>
            </a:lvl1pPr>
            <a:lvl2pPr marL="470733" indent="0">
              <a:buNone/>
              <a:defRPr sz="2059">
                <a:solidFill>
                  <a:schemeClr val="tx1">
                    <a:tint val="82000"/>
                  </a:schemeClr>
                </a:solidFill>
              </a:defRPr>
            </a:lvl2pPr>
            <a:lvl3pPr marL="941466" indent="0">
              <a:buNone/>
              <a:defRPr sz="1853">
                <a:solidFill>
                  <a:schemeClr val="tx1">
                    <a:tint val="82000"/>
                  </a:schemeClr>
                </a:solidFill>
              </a:defRPr>
            </a:lvl3pPr>
            <a:lvl4pPr marL="1412199" indent="0">
              <a:buNone/>
              <a:defRPr sz="1647">
                <a:solidFill>
                  <a:schemeClr val="tx1">
                    <a:tint val="82000"/>
                  </a:schemeClr>
                </a:solidFill>
              </a:defRPr>
            </a:lvl4pPr>
            <a:lvl5pPr marL="1882932" indent="0">
              <a:buNone/>
              <a:defRPr sz="1647">
                <a:solidFill>
                  <a:schemeClr val="tx1">
                    <a:tint val="82000"/>
                  </a:schemeClr>
                </a:solidFill>
              </a:defRPr>
            </a:lvl5pPr>
            <a:lvl6pPr marL="2353666" indent="0">
              <a:buNone/>
              <a:defRPr sz="1647">
                <a:solidFill>
                  <a:schemeClr val="tx1">
                    <a:tint val="82000"/>
                  </a:schemeClr>
                </a:solidFill>
              </a:defRPr>
            </a:lvl6pPr>
            <a:lvl7pPr marL="2824399" indent="0">
              <a:buNone/>
              <a:defRPr sz="1647">
                <a:solidFill>
                  <a:schemeClr val="tx1">
                    <a:tint val="82000"/>
                  </a:schemeClr>
                </a:solidFill>
              </a:defRPr>
            </a:lvl7pPr>
            <a:lvl8pPr marL="3295132" indent="0">
              <a:buNone/>
              <a:defRPr sz="1647">
                <a:solidFill>
                  <a:schemeClr val="tx1">
                    <a:tint val="82000"/>
                  </a:schemeClr>
                </a:solidFill>
              </a:defRPr>
            </a:lvl8pPr>
            <a:lvl9pPr marL="3765865" indent="0">
              <a:buNone/>
              <a:defRPr sz="164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04F7-46B1-4C74-8A79-52BFE0ACC9C6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32864-8013-47E1-944B-1E70ADA273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8500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4898" y="1879717"/>
            <a:ext cx="4295736" cy="4480267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6979" y="1879717"/>
            <a:ext cx="4295736" cy="4480267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04F7-46B1-4C74-8A79-52BFE0ACC9C6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32864-8013-47E1-944B-1E70ADA273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9083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215" y="375945"/>
            <a:ext cx="8717816" cy="136483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6216" y="1730975"/>
            <a:ext cx="4275993" cy="848324"/>
          </a:xfrm>
        </p:spPr>
        <p:txBody>
          <a:bodyPr anchor="b"/>
          <a:lstStyle>
            <a:lvl1pPr marL="0" indent="0">
              <a:buNone/>
              <a:defRPr sz="2471" b="1"/>
            </a:lvl1pPr>
            <a:lvl2pPr marL="470733" indent="0">
              <a:buNone/>
              <a:defRPr sz="2059" b="1"/>
            </a:lvl2pPr>
            <a:lvl3pPr marL="941466" indent="0">
              <a:buNone/>
              <a:defRPr sz="1853" b="1"/>
            </a:lvl3pPr>
            <a:lvl4pPr marL="1412199" indent="0">
              <a:buNone/>
              <a:defRPr sz="1647" b="1"/>
            </a:lvl4pPr>
            <a:lvl5pPr marL="1882932" indent="0">
              <a:buNone/>
              <a:defRPr sz="1647" b="1"/>
            </a:lvl5pPr>
            <a:lvl6pPr marL="2353666" indent="0">
              <a:buNone/>
              <a:defRPr sz="1647" b="1"/>
            </a:lvl6pPr>
            <a:lvl7pPr marL="2824399" indent="0">
              <a:buNone/>
              <a:defRPr sz="1647" b="1"/>
            </a:lvl7pPr>
            <a:lvl8pPr marL="3295132" indent="0">
              <a:buNone/>
              <a:defRPr sz="1647" b="1"/>
            </a:lvl8pPr>
            <a:lvl9pPr marL="3765865" indent="0">
              <a:buNone/>
              <a:defRPr sz="1647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6216" y="2579299"/>
            <a:ext cx="4275993" cy="3793761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6980" y="1730975"/>
            <a:ext cx="4297052" cy="848324"/>
          </a:xfrm>
        </p:spPr>
        <p:txBody>
          <a:bodyPr anchor="b"/>
          <a:lstStyle>
            <a:lvl1pPr marL="0" indent="0">
              <a:buNone/>
              <a:defRPr sz="2471" b="1"/>
            </a:lvl1pPr>
            <a:lvl2pPr marL="470733" indent="0">
              <a:buNone/>
              <a:defRPr sz="2059" b="1"/>
            </a:lvl2pPr>
            <a:lvl3pPr marL="941466" indent="0">
              <a:buNone/>
              <a:defRPr sz="1853" b="1"/>
            </a:lvl3pPr>
            <a:lvl4pPr marL="1412199" indent="0">
              <a:buNone/>
              <a:defRPr sz="1647" b="1"/>
            </a:lvl4pPr>
            <a:lvl5pPr marL="1882932" indent="0">
              <a:buNone/>
              <a:defRPr sz="1647" b="1"/>
            </a:lvl5pPr>
            <a:lvl6pPr marL="2353666" indent="0">
              <a:buNone/>
              <a:defRPr sz="1647" b="1"/>
            </a:lvl6pPr>
            <a:lvl7pPr marL="2824399" indent="0">
              <a:buNone/>
              <a:defRPr sz="1647" b="1"/>
            </a:lvl7pPr>
            <a:lvl8pPr marL="3295132" indent="0">
              <a:buNone/>
              <a:defRPr sz="1647" b="1"/>
            </a:lvl8pPr>
            <a:lvl9pPr marL="3765865" indent="0">
              <a:buNone/>
              <a:defRPr sz="1647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6980" y="2579299"/>
            <a:ext cx="4297052" cy="3793761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04F7-46B1-4C74-8A79-52BFE0ACC9C6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32864-8013-47E1-944B-1E70ADA273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999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04F7-46B1-4C74-8A79-52BFE0ACC9C6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32864-8013-47E1-944B-1E70ADA273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86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04F7-46B1-4C74-8A79-52BFE0ACC9C6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32864-8013-47E1-944B-1E70ADA273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1632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215" y="470747"/>
            <a:ext cx="3259968" cy="1647613"/>
          </a:xfrm>
        </p:spPr>
        <p:txBody>
          <a:bodyPr anchor="b"/>
          <a:lstStyle>
            <a:lvl1pPr>
              <a:defRPr sz="3295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7052" y="1016683"/>
            <a:ext cx="5116979" cy="5018029"/>
          </a:xfrm>
        </p:spPr>
        <p:txBody>
          <a:bodyPr/>
          <a:lstStyle>
            <a:lvl1pPr>
              <a:defRPr sz="3295"/>
            </a:lvl1pPr>
            <a:lvl2pPr>
              <a:defRPr sz="2883"/>
            </a:lvl2pPr>
            <a:lvl3pPr>
              <a:defRPr sz="2471"/>
            </a:lvl3pPr>
            <a:lvl4pPr>
              <a:defRPr sz="2059"/>
            </a:lvl4pPr>
            <a:lvl5pPr>
              <a:defRPr sz="2059"/>
            </a:lvl5pPr>
            <a:lvl6pPr>
              <a:defRPr sz="2059"/>
            </a:lvl6pPr>
            <a:lvl7pPr>
              <a:defRPr sz="2059"/>
            </a:lvl7pPr>
            <a:lvl8pPr>
              <a:defRPr sz="2059"/>
            </a:lvl8pPr>
            <a:lvl9pPr>
              <a:defRPr sz="2059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6215" y="2118360"/>
            <a:ext cx="3259968" cy="3924524"/>
          </a:xfrm>
        </p:spPr>
        <p:txBody>
          <a:bodyPr/>
          <a:lstStyle>
            <a:lvl1pPr marL="0" indent="0">
              <a:buNone/>
              <a:defRPr sz="1647"/>
            </a:lvl1pPr>
            <a:lvl2pPr marL="470733" indent="0">
              <a:buNone/>
              <a:defRPr sz="1441"/>
            </a:lvl2pPr>
            <a:lvl3pPr marL="941466" indent="0">
              <a:buNone/>
              <a:defRPr sz="1236"/>
            </a:lvl3pPr>
            <a:lvl4pPr marL="1412199" indent="0">
              <a:buNone/>
              <a:defRPr sz="1030"/>
            </a:lvl4pPr>
            <a:lvl5pPr marL="1882932" indent="0">
              <a:buNone/>
              <a:defRPr sz="1030"/>
            </a:lvl5pPr>
            <a:lvl6pPr marL="2353666" indent="0">
              <a:buNone/>
              <a:defRPr sz="1030"/>
            </a:lvl6pPr>
            <a:lvl7pPr marL="2824399" indent="0">
              <a:buNone/>
              <a:defRPr sz="1030"/>
            </a:lvl7pPr>
            <a:lvl8pPr marL="3295132" indent="0">
              <a:buNone/>
              <a:defRPr sz="1030"/>
            </a:lvl8pPr>
            <a:lvl9pPr marL="3765865" indent="0">
              <a:buNone/>
              <a:defRPr sz="103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04F7-46B1-4C74-8A79-52BFE0ACC9C6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32864-8013-47E1-944B-1E70ADA273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4804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215" y="470747"/>
            <a:ext cx="3259968" cy="1647613"/>
          </a:xfrm>
        </p:spPr>
        <p:txBody>
          <a:bodyPr anchor="b"/>
          <a:lstStyle>
            <a:lvl1pPr>
              <a:defRPr sz="3295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97052" y="1016683"/>
            <a:ext cx="5116979" cy="5018029"/>
          </a:xfrm>
        </p:spPr>
        <p:txBody>
          <a:bodyPr anchor="t"/>
          <a:lstStyle>
            <a:lvl1pPr marL="0" indent="0">
              <a:buNone/>
              <a:defRPr sz="3295"/>
            </a:lvl1pPr>
            <a:lvl2pPr marL="470733" indent="0">
              <a:buNone/>
              <a:defRPr sz="2883"/>
            </a:lvl2pPr>
            <a:lvl3pPr marL="941466" indent="0">
              <a:buNone/>
              <a:defRPr sz="2471"/>
            </a:lvl3pPr>
            <a:lvl4pPr marL="1412199" indent="0">
              <a:buNone/>
              <a:defRPr sz="2059"/>
            </a:lvl4pPr>
            <a:lvl5pPr marL="1882932" indent="0">
              <a:buNone/>
              <a:defRPr sz="2059"/>
            </a:lvl5pPr>
            <a:lvl6pPr marL="2353666" indent="0">
              <a:buNone/>
              <a:defRPr sz="2059"/>
            </a:lvl6pPr>
            <a:lvl7pPr marL="2824399" indent="0">
              <a:buNone/>
              <a:defRPr sz="2059"/>
            </a:lvl7pPr>
            <a:lvl8pPr marL="3295132" indent="0">
              <a:buNone/>
              <a:defRPr sz="2059"/>
            </a:lvl8pPr>
            <a:lvl9pPr marL="3765865" indent="0">
              <a:buNone/>
              <a:defRPr sz="2059"/>
            </a:lvl9pPr>
          </a:lstStyle>
          <a:p>
            <a:r>
              <a:rPr lang="en-US" altLang="zh-TW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6215" y="2118360"/>
            <a:ext cx="3259968" cy="3924524"/>
          </a:xfrm>
        </p:spPr>
        <p:txBody>
          <a:bodyPr/>
          <a:lstStyle>
            <a:lvl1pPr marL="0" indent="0">
              <a:buNone/>
              <a:defRPr sz="1647"/>
            </a:lvl1pPr>
            <a:lvl2pPr marL="470733" indent="0">
              <a:buNone/>
              <a:defRPr sz="1441"/>
            </a:lvl2pPr>
            <a:lvl3pPr marL="941466" indent="0">
              <a:buNone/>
              <a:defRPr sz="1236"/>
            </a:lvl3pPr>
            <a:lvl4pPr marL="1412199" indent="0">
              <a:buNone/>
              <a:defRPr sz="1030"/>
            </a:lvl4pPr>
            <a:lvl5pPr marL="1882932" indent="0">
              <a:buNone/>
              <a:defRPr sz="1030"/>
            </a:lvl5pPr>
            <a:lvl6pPr marL="2353666" indent="0">
              <a:buNone/>
              <a:defRPr sz="1030"/>
            </a:lvl6pPr>
            <a:lvl7pPr marL="2824399" indent="0">
              <a:buNone/>
              <a:defRPr sz="1030"/>
            </a:lvl7pPr>
            <a:lvl8pPr marL="3295132" indent="0">
              <a:buNone/>
              <a:defRPr sz="1030"/>
            </a:lvl8pPr>
            <a:lvl9pPr marL="3765865" indent="0">
              <a:buNone/>
              <a:defRPr sz="103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04F7-46B1-4C74-8A79-52BFE0ACC9C6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32864-8013-47E1-944B-1E70ADA273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261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04F7-46B1-4C74-8A79-52BFE0ACC9C6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32864-8013-47E1-944B-1E70ADA273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9796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3261" y="375943"/>
            <a:ext cx="2179454" cy="5984041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4899" y="375943"/>
            <a:ext cx="6412017" cy="5984041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04F7-46B1-4C74-8A79-52BFE0ACC9C6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32864-8013-47E1-944B-1E70ADA273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0681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4899" y="375945"/>
            <a:ext cx="8717816" cy="1364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899" y="1879717"/>
            <a:ext cx="8717816" cy="4480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4898" y="6544688"/>
            <a:ext cx="2274213" cy="3759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B04F7-46B1-4C74-8A79-52BFE0ACC9C6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48147" y="6544688"/>
            <a:ext cx="3411319" cy="3759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38502" y="6544688"/>
            <a:ext cx="2274213" cy="3759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D32864-8013-47E1-944B-1E70ADA273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4473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41466" rtl="0" eaLnBrk="1" latinLnBrk="0" hangingPunct="1">
        <a:lnSpc>
          <a:spcPct val="90000"/>
        </a:lnSpc>
        <a:spcBef>
          <a:spcPct val="0"/>
        </a:spcBef>
        <a:buNone/>
        <a:defRPr sz="45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5367" indent="-235367" algn="l" defTabSz="941466" rtl="0" eaLnBrk="1" latinLnBrk="0" hangingPunct="1">
        <a:lnSpc>
          <a:spcPct val="90000"/>
        </a:lnSpc>
        <a:spcBef>
          <a:spcPts val="1030"/>
        </a:spcBef>
        <a:buFont typeface="Arial" panose="020B0604020202020204" pitchFamily="34" charset="0"/>
        <a:buChar char="•"/>
        <a:defRPr sz="2883" kern="1200">
          <a:solidFill>
            <a:schemeClr val="tx1"/>
          </a:solidFill>
          <a:latin typeface="+mn-lt"/>
          <a:ea typeface="+mn-ea"/>
          <a:cs typeface="+mn-cs"/>
        </a:defRPr>
      </a:lvl1pPr>
      <a:lvl2pPr marL="706100" indent="-235367" algn="l" defTabSz="941466" rtl="0" eaLnBrk="1" latinLnBrk="0" hangingPunct="1">
        <a:lnSpc>
          <a:spcPct val="90000"/>
        </a:lnSpc>
        <a:spcBef>
          <a:spcPts val="515"/>
        </a:spcBef>
        <a:buFont typeface="Arial" panose="020B0604020202020204" pitchFamily="34" charset="0"/>
        <a:buChar char="•"/>
        <a:defRPr sz="2471" kern="1200">
          <a:solidFill>
            <a:schemeClr val="tx1"/>
          </a:solidFill>
          <a:latin typeface="+mn-lt"/>
          <a:ea typeface="+mn-ea"/>
          <a:cs typeface="+mn-cs"/>
        </a:defRPr>
      </a:lvl2pPr>
      <a:lvl3pPr marL="1176833" indent="-235367" algn="l" defTabSz="941466" rtl="0" eaLnBrk="1" latinLnBrk="0" hangingPunct="1">
        <a:lnSpc>
          <a:spcPct val="90000"/>
        </a:lnSpc>
        <a:spcBef>
          <a:spcPts val="515"/>
        </a:spcBef>
        <a:buFont typeface="Arial" panose="020B0604020202020204" pitchFamily="34" charset="0"/>
        <a:buChar char="•"/>
        <a:defRPr sz="2059" kern="1200">
          <a:solidFill>
            <a:schemeClr val="tx1"/>
          </a:solidFill>
          <a:latin typeface="+mn-lt"/>
          <a:ea typeface="+mn-ea"/>
          <a:cs typeface="+mn-cs"/>
        </a:defRPr>
      </a:lvl3pPr>
      <a:lvl4pPr marL="1647566" indent="-235367" algn="l" defTabSz="941466" rtl="0" eaLnBrk="1" latinLnBrk="0" hangingPunct="1">
        <a:lnSpc>
          <a:spcPct val="90000"/>
        </a:lnSpc>
        <a:spcBef>
          <a:spcPts val="515"/>
        </a:spcBef>
        <a:buFont typeface="Arial" panose="020B0604020202020204" pitchFamily="34" charset="0"/>
        <a:buChar char="•"/>
        <a:defRPr sz="1853" kern="1200">
          <a:solidFill>
            <a:schemeClr val="tx1"/>
          </a:solidFill>
          <a:latin typeface="+mn-lt"/>
          <a:ea typeface="+mn-ea"/>
          <a:cs typeface="+mn-cs"/>
        </a:defRPr>
      </a:lvl4pPr>
      <a:lvl5pPr marL="2118299" indent="-235367" algn="l" defTabSz="941466" rtl="0" eaLnBrk="1" latinLnBrk="0" hangingPunct="1">
        <a:lnSpc>
          <a:spcPct val="90000"/>
        </a:lnSpc>
        <a:spcBef>
          <a:spcPts val="515"/>
        </a:spcBef>
        <a:buFont typeface="Arial" panose="020B0604020202020204" pitchFamily="34" charset="0"/>
        <a:buChar char="•"/>
        <a:defRPr sz="1853" kern="1200">
          <a:solidFill>
            <a:schemeClr val="tx1"/>
          </a:solidFill>
          <a:latin typeface="+mn-lt"/>
          <a:ea typeface="+mn-ea"/>
          <a:cs typeface="+mn-cs"/>
        </a:defRPr>
      </a:lvl5pPr>
      <a:lvl6pPr marL="2589032" indent="-235367" algn="l" defTabSz="941466" rtl="0" eaLnBrk="1" latinLnBrk="0" hangingPunct="1">
        <a:lnSpc>
          <a:spcPct val="90000"/>
        </a:lnSpc>
        <a:spcBef>
          <a:spcPts val="515"/>
        </a:spcBef>
        <a:buFont typeface="Arial" panose="020B0604020202020204" pitchFamily="34" charset="0"/>
        <a:buChar char="•"/>
        <a:defRPr sz="1853" kern="1200">
          <a:solidFill>
            <a:schemeClr val="tx1"/>
          </a:solidFill>
          <a:latin typeface="+mn-lt"/>
          <a:ea typeface="+mn-ea"/>
          <a:cs typeface="+mn-cs"/>
        </a:defRPr>
      </a:lvl6pPr>
      <a:lvl7pPr marL="3059765" indent="-235367" algn="l" defTabSz="941466" rtl="0" eaLnBrk="1" latinLnBrk="0" hangingPunct="1">
        <a:lnSpc>
          <a:spcPct val="90000"/>
        </a:lnSpc>
        <a:spcBef>
          <a:spcPts val="515"/>
        </a:spcBef>
        <a:buFont typeface="Arial" panose="020B0604020202020204" pitchFamily="34" charset="0"/>
        <a:buChar char="•"/>
        <a:defRPr sz="1853" kern="1200">
          <a:solidFill>
            <a:schemeClr val="tx1"/>
          </a:solidFill>
          <a:latin typeface="+mn-lt"/>
          <a:ea typeface="+mn-ea"/>
          <a:cs typeface="+mn-cs"/>
        </a:defRPr>
      </a:lvl7pPr>
      <a:lvl8pPr marL="3530498" indent="-235367" algn="l" defTabSz="941466" rtl="0" eaLnBrk="1" latinLnBrk="0" hangingPunct="1">
        <a:lnSpc>
          <a:spcPct val="90000"/>
        </a:lnSpc>
        <a:spcBef>
          <a:spcPts val="515"/>
        </a:spcBef>
        <a:buFont typeface="Arial" panose="020B0604020202020204" pitchFamily="34" charset="0"/>
        <a:buChar char="•"/>
        <a:defRPr sz="1853" kern="1200">
          <a:solidFill>
            <a:schemeClr val="tx1"/>
          </a:solidFill>
          <a:latin typeface="+mn-lt"/>
          <a:ea typeface="+mn-ea"/>
          <a:cs typeface="+mn-cs"/>
        </a:defRPr>
      </a:lvl8pPr>
      <a:lvl9pPr marL="4001232" indent="-235367" algn="l" defTabSz="941466" rtl="0" eaLnBrk="1" latinLnBrk="0" hangingPunct="1">
        <a:lnSpc>
          <a:spcPct val="90000"/>
        </a:lnSpc>
        <a:spcBef>
          <a:spcPts val="515"/>
        </a:spcBef>
        <a:buFont typeface="Arial" panose="020B0604020202020204" pitchFamily="34" charset="0"/>
        <a:buChar char="•"/>
        <a:defRPr sz="18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41466" rtl="0" eaLnBrk="1" latinLnBrk="0" hangingPunct="1">
        <a:defRPr sz="1853" kern="1200">
          <a:solidFill>
            <a:schemeClr val="tx1"/>
          </a:solidFill>
          <a:latin typeface="+mn-lt"/>
          <a:ea typeface="+mn-ea"/>
          <a:cs typeface="+mn-cs"/>
        </a:defRPr>
      </a:lvl1pPr>
      <a:lvl2pPr marL="470733" algn="l" defTabSz="941466" rtl="0" eaLnBrk="1" latinLnBrk="0" hangingPunct="1">
        <a:defRPr sz="1853" kern="1200">
          <a:solidFill>
            <a:schemeClr val="tx1"/>
          </a:solidFill>
          <a:latin typeface="+mn-lt"/>
          <a:ea typeface="+mn-ea"/>
          <a:cs typeface="+mn-cs"/>
        </a:defRPr>
      </a:lvl2pPr>
      <a:lvl3pPr marL="941466" algn="l" defTabSz="941466" rtl="0" eaLnBrk="1" latinLnBrk="0" hangingPunct="1">
        <a:defRPr sz="1853" kern="1200">
          <a:solidFill>
            <a:schemeClr val="tx1"/>
          </a:solidFill>
          <a:latin typeface="+mn-lt"/>
          <a:ea typeface="+mn-ea"/>
          <a:cs typeface="+mn-cs"/>
        </a:defRPr>
      </a:lvl3pPr>
      <a:lvl4pPr marL="1412199" algn="l" defTabSz="941466" rtl="0" eaLnBrk="1" latinLnBrk="0" hangingPunct="1">
        <a:defRPr sz="1853" kern="1200">
          <a:solidFill>
            <a:schemeClr val="tx1"/>
          </a:solidFill>
          <a:latin typeface="+mn-lt"/>
          <a:ea typeface="+mn-ea"/>
          <a:cs typeface="+mn-cs"/>
        </a:defRPr>
      </a:lvl4pPr>
      <a:lvl5pPr marL="1882932" algn="l" defTabSz="941466" rtl="0" eaLnBrk="1" latinLnBrk="0" hangingPunct="1">
        <a:defRPr sz="1853" kern="1200">
          <a:solidFill>
            <a:schemeClr val="tx1"/>
          </a:solidFill>
          <a:latin typeface="+mn-lt"/>
          <a:ea typeface="+mn-ea"/>
          <a:cs typeface="+mn-cs"/>
        </a:defRPr>
      </a:lvl5pPr>
      <a:lvl6pPr marL="2353666" algn="l" defTabSz="941466" rtl="0" eaLnBrk="1" latinLnBrk="0" hangingPunct="1">
        <a:defRPr sz="1853" kern="1200">
          <a:solidFill>
            <a:schemeClr val="tx1"/>
          </a:solidFill>
          <a:latin typeface="+mn-lt"/>
          <a:ea typeface="+mn-ea"/>
          <a:cs typeface="+mn-cs"/>
        </a:defRPr>
      </a:lvl6pPr>
      <a:lvl7pPr marL="2824399" algn="l" defTabSz="941466" rtl="0" eaLnBrk="1" latinLnBrk="0" hangingPunct="1">
        <a:defRPr sz="1853" kern="1200">
          <a:solidFill>
            <a:schemeClr val="tx1"/>
          </a:solidFill>
          <a:latin typeface="+mn-lt"/>
          <a:ea typeface="+mn-ea"/>
          <a:cs typeface="+mn-cs"/>
        </a:defRPr>
      </a:lvl7pPr>
      <a:lvl8pPr marL="3295132" algn="l" defTabSz="941466" rtl="0" eaLnBrk="1" latinLnBrk="0" hangingPunct="1">
        <a:defRPr sz="1853" kern="1200">
          <a:solidFill>
            <a:schemeClr val="tx1"/>
          </a:solidFill>
          <a:latin typeface="+mn-lt"/>
          <a:ea typeface="+mn-ea"/>
          <a:cs typeface="+mn-cs"/>
        </a:defRPr>
      </a:lvl8pPr>
      <a:lvl9pPr marL="3765865" algn="l" defTabSz="941466" rtl="0" eaLnBrk="1" latinLnBrk="0" hangingPunct="1">
        <a:defRPr sz="18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FCA0A6-7586-78DA-CA2E-F34C5FDC2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"/>
            <a:ext cx="10107613" cy="70600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ABDDCF-624A-1A49-D578-677471324AE4}"/>
              </a:ext>
            </a:extLst>
          </p:cNvPr>
          <p:cNvSpPr txBox="1"/>
          <p:nvPr/>
        </p:nvSpPr>
        <p:spPr>
          <a:xfrm>
            <a:off x="5836204" y="748703"/>
            <a:ext cx="3166647" cy="1107996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6600" b="1" dirty="0">
                <a:latin typeface="Arial Black" panose="020B0A04020102020204" pitchFamily="34" charset="0"/>
                <a:ea typeface="微軟正黑體" panose="020B0604030504040204" pitchFamily="34" charset="-120"/>
              </a:rPr>
              <a:t>R3.5</a:t>
            </a:r>
            <a:r>
              <a:rPr lang="zh-TW" altLang="en-US" sz="6600" b="1" dirty="0">
                <a:latin typeface="Arial Black" panose="020B0A04020102020204" pitchFamily="34" charset="0"/>
                <a:ea typeface="微軟正黑體" panose="020B0604030504040204" pitchFamily="34" charset="-120"/>
              </a:rPr>
              <a:t>牛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94D4B7-542D-1D16-A374-4AB52FA79D16}"/>
              </a:ext>
            </a:extLst>
          </p:cNvPr>
          <p:cNvSpPr txBox="1"/>
          <p:nvPr/>
        </p:nvSpPr>
        <p:spPr>
          <a:xfrm>
            <a:off x="6117479" y="2306456"/>
            <a:ext cx="3719992" cy="1464231"/>
          </a:xfrm>
          <a:prstGeom prst="round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4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太簡單的</a:t>
            </a:r>
            <a:r>
              <a:rPr lang="en-US" altLang="zh-TW" sz="4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case</a:t>
            </a:r>
          </a:p>
          <a:p>
            <a:r>
              <a:rPr lang="zh-TW" altLang="en-US" sz="4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我不接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69C30E-AC0E-D5DF-828A-EC2783164FD7}"/>
              </a:ext>
            </a:extLst>
          </p:cNvPr>
          <p:cNvSpPr txBox="1"/>
          <p:nvPr/>
        </p:nvSpPr>
        <p:spPr>
          <a:xfrm>
            <a:off x="6437620" y="4197062"/>
            <a:ext cx="3522589" cy="52322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我可不是來這裡玩的</a:t>
            </a:r>
          </a:p>
        </p:txBody>
      </p:sp>
    </p:spTree>
    <p:extLst>
      <p:ext uri="{BB962C8B-B14F-4D97-AF65-F5344CB8AC3E}">
        <p14:creationId xmlns:p14="http://schemas.microsoft.com/office/powerpoint/2010/main" val="3422338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9092D-804C-8FE1-3187-49F9814DD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3D99C8-B044-363B-7FA4-A079863C9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"/>
            <a:ext cx="10107613" cy="70600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5AF698-6D8E-13CE-E97E-85C90D4C6D7B}"/>
              </a:ext>
            </a:extLst>
          </p:cNvPr>
          <p:cNvSpPr txBox="1"/>
          <p:nvPr/>
        </p:nvSpPr>
        <p:spPr>
          <a:xfrm>
            <a:off x="5480263" y="772085"/>
            <a:ext cx="4479946" cy="1107996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6600" b="1" dirty="0">
                <a:latin typeface="Arial Black" panose="020B0A04020102020204" pitchFamily="34" charset="0"/>
                <a:ea typeface="微軟正黑體" panose="020B0604030504040204" pitchFamily="34" charset="-120"/>
              </a:rPr>
              <a:t>R3.5</a:t>
            </a:r>
            <a:r>
              <a:rPr lang="zh-TW" altLang="en-US" sz="6600" b="1" dirty="0">
                <a:latin typeface="Arial Black" panose="020B0A0402010202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6600" b="1" dirty="0">
                <a:latin typeface="Arial Black" panose="020B0A04020102020204" pitchFamily="34" charset="0"/>
                <a:ea typeface="微軟正黑體" panose="020B0604030504040204" pitchFamily="34" charset="-120"/>
              </a:rPr>
              <a:t>Bull</a:t>
            </a:r>
            <a:endParaRPr lang="zh-TW" altLang="en-US" sz="6600" b="1" dirty="0">
              <a:latin typeface="Arial Black" panose="020B0A040201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4EF25-14ED-4752-98EA-5F92A7B54D79}"/>
              </a:ext>
            </a:extLst>
          </p:cNvPr>
          <p:cNvSpPr txBox="1"/>
          <p:nvPr/>
        </p:nvSpPr>
        <p:spPr>
          <a:xfrm>
            <a:off x="6117479" y="2306456"/>
            <a:ext cx="3719992" cy="1736646"/>
          </a:xfrm>
          <a:prstGeom prst="round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If the case is too simple,</a:t>
            </a:r>
          </a:p>
          <a:p>
            <a:r>
              <a:rPr lang="en-US" altLang="zh-TW" sz="32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I’m not taking it.</a:t>
            </a:r>
            <a:endParaRPr lang="zh-TW" altLang="en-US" sz="32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55B637-DF90-EC50-671B-A8D9B48D3F81}"/>
              </a:ext>
            </a:extLst>
          </p:cNvPr>
          <p:cNvSpPr txBox="1"/>
          <p:nvPr/>
        </p:nvSpPr>
        <p:spPr>
          <a:xfrm>
            <a:off x="6437620" y="4309918"/>
            <a:ext cx="3522589" cy="52322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I’m not here for fun</a:t>
            </a:r>
            <a:endParaRPr lang="zh-TW" altLang="en-US" sz="28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152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04480-7A8D-3362-1969-D963745BF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79D18F-0F79-ED4A-FF32-5D22E517A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"/>
            <a:ext cx="10107613" cy="70600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E988B9-20D5-3EF8-B7BF-1F3F6BB5CAD4}"/>
              </a:ext>
            </a:extLst>
          </p:cNvPr>
          <p:cNvSpPr txBox="1"/>
          <p:nvPr/>
        </p:nvSpPr>
        <p:spPr>
          <a:xfrm>
            <a:off x="6517400" y="2146755"/>
            <a:ext cx="3387694" cy="1323439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8000" b="1" dirty="0">
                <a:latin typeface="Arial Black" panose="020B0A04020102020204" pitchFamily="34" charset="0"/>
                <a:ea typeface="微軟正黑體" panose="020B0604030504040204" pitchFamily="34" charset="-120"/>
              </a:rPr>
              <a:t>兒牙兔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E89C26-8D7A-630E-55EC-02EAF9D4B9B6}"/>
              </a:ext>
            </a:extLst>
          </p:cNvPr>
          <p:cNvSpPr txBox="1"/>
          <p:nvPr/>
        </p:nvSpPr>
        <p:spPr>
          <a:xfrm>
            <a:off x="5903828" y="5043997"/>
            <a:ext cx="3798631" cy="1600438"/>
          </a:xfrm>
          <a:prstGeom prst="roundRect">
            <a:avLst/>
          </a:prstGeom>
          <a:noFill/>
          <a:ln w="38100">
            <a:noFill/>
          </a:ln>
        </p:spPr>
        <p:txBody>
          <a:bodyPr wrap="square" rtlCol="0" anchor="t" anchorCtr="0">
            <a:spAutoFit/>
          </a:bodyPr>
          <a:lstStyle/>
          <a:p>
            <a:r>
              <a:rPr lang="zh-TW" altLang="en-US" sz="5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我</a:t>
            </a:r>
            <a:r>
              <a:rPr lang="en-US" altLang="zh-TW" sz="5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88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♥</a:t>
            </a:r>
            <a:r>
              <a:rPr lang="en-US" altLang="zh-TW" sz="5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zh-TW" altLang="en-US" sz="5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兒童</a:t>
            </a:r>
          </a:p>
        </p:txBody>
      </p:sp>
    </p:spTree>
    <p:extLst>
      <p:ext uri="{BB962C8B-B14F-4D97-AF65-F5344CB8AC3E}">
        <p14:creationId xmlns:p14="http://schemas.microsoft.com/office/powerpoint/2010/main" val="138265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49033-279E-D8D7-27E7-C46B7F127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27C8225-8DF9-162A-5337-0F25BCEED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"/>
            <a:ext cx="10107613" cy="70600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946C2D-685A-A381-270E-171D9BC6727F}"/>
              </a:ext>
            </a:extLst>
          </p:cNvPr>
          <p:cNvSpPr txBox="1"/>
          <p:nvPr/>
        </p:nvSpPr>
        <p:spPr>
          <a:xfrm>
            <a:off x="6578770" y="1551473"/>
            <a:ext cx="3228016" cy="2123658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6600" b="1" dirty="0" err="1">
                <a:latin typeface="Arial Black" panose="020B0A04020102020204" pitchFamily="34" charset="0"/>
                <a:ea typeface="微軟正黑體" panose="020B0604030504040204" pitchFamily="34" charset="-120"/>
              </a:rPr>
              <a:t>Pedo</a:t>
            </a:r>
            <a:endParaRPr lang="en-US" altLang="zh-TW" sz="6600" b="1" dirty="0">
              <a:latin typeface="Arial Black" panose="020B0A04020102020204" pitchFamily="34" charset="0"/>
              <a:ea typeface="微軟正黑體" panose="020B0604030504040204" pitchFamily="34" charset="-120"/>
            </a:endParaRPr>
          </a:p>
          <a:p>
            <a:r>
              <a:rPr lang="en-US" altLang="zh-TW" sz="6600" b="1" dirty="0">
                <a:latin typeface="Arial Black" panose="020B0A04020102020204" pitchFamily="34" charset="0"/>
                <a:ea typeface="微軟正黑體" panose="020B0604030504040204" pitchFamily="34" charset="-120"/>
              </a:rPr>
              <a:t>Rabbit</a:t>
            </a:r>
            <a:endParaRPr lang="zh-TW" altLang="en-US" sz="6600" b="1" dirty="0">
              <a:latin typeface="Arial Black" panose="020B0A040201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2A4FC9-D5F6-88E7-3FF1-8C812EDA4F1C}"/>
              </a:ext>
            </a:extLst>
          </p:cNvPr>
          <p:cNvSpPr txBox="1"/>
          <p:nvPr/>
        </p:nvSpPr>
        <p:spPr>
          <a:xfrm>
            <a:off x="4860553" y="5356500"/>
            <a:ext cx="5062953" cy="1328023"/>
          </a:xfrm>
          <a:prstGeom prst="round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5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 </a:t>
            </a:r>
            <a:r>
              <a:rPr lang="en-US" altLang="zh-TW" sz="72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♥</a:t>
            </a:r>
            <a:r>
              <a:rPr lang="en-US" altLang="zh-TW" sz="5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CHILDREN</a:t>
            </a:r>
            <a:endParaRPr lang="zh-TW" altLang="en-US" sz="54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119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4143F-4456-3D68-671B-144076880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14547C-3988-0E3A-BFD0-62029BED3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4" r="32238"/>
          <a:stretch>
            <a:fillRect/>
          </a:stretch>
        </p:blipFill>
        <p:spPr>
          <a:xfrm>
            <a:off x="61368" y="0"/>
            <a:ext cx="5621413" cy="7061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924C92-83BA-B6A6-3BDC-766BE4EA254F}"/>
              </a:ext>
            </a:extLst>
          </p:cNvPr>
          <p:cNvSpPr txBox="1"/>
          <p:nvPr/>
        </p:nvSpPr>
        <p:spPr>
          <a:xfrm>
            <a:off x="5626526" y="1282615"/>
            <a:ext cx="3964446" cy="1200329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7200" b="1" dirty="0">
                <a:latin typeface="Arial Black" panose="020B0A04020102020204" pitchFamily="34" charset="0"/>
                <a:ea typeface="微軟正黑體" panose="020B0604030504040204" pitchFamily="34" charset="-120"/>
              </a:rPr>
              <a:t>敗家綿羊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FCAFC8-5526-9732-DD34-B2F4A09E4E20}"/>
              </a:ext>
            </a:extLst>
          </p:cNvPr>
          <p:cNvSpPr txBox="1"/>
          <p:nvPr/>
        </p:nvSpPr>
        <p:spPr>
          <a:xfrm>
            <a:off x="5626526" y="3589071"/>
            <a:ext cx="3719992" cy="783193"/>
          </a:xfrm>
          <a:prstGeom prst="round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4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沒有很貴啊</a:t>
            </a:r>
            <a:r>
              <a:rPr lang="en-US" altLang="zh-TW" sz="40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~</a:t>
            </a:r>
            <a:endParaRPr lang="zh-TW" altLang="en-US" sz="40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86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BB278-FF58-7C4F-92DE-5EEB3198A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33B598-F578-53C8-08FE-BFC560805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4" r="32238"/>
          <a:stretch>
            <a:fillRect/>
          </a:stretch>
        </p:blipFill>
        <p:spPr>
          <a:xfrm>
            <a:off x="61368" y="0"/>
            <a:ext cx="5621413" cy="7061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7EFFE6-F8EF-3AF5-2051-B4224C89688C}"/>
              </a:ext>
            </a:extLst>
          </p:cNvPr>
          <p:cNvSpPr txBox="1"/>
          <p:nvPr/>
        </p:nvSpPr>
        <p:spPr>
          <a:xfrm>
            <a:off x="5480263" y="772085"/>
            <a:ext cx="5112048" cy="1015663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6000" b="1" dirty="0" err="1">
                <a:latin typeface="Arial Black" panose="020B0A04020102020204" pitchFamily="34" charset="0"/>
                <a:ea typeface="微軟正黑體" panose="020B0604030504040204" pitchFamily="34" charset="-120"/>
              </a:rPr>
              <a:t>LaviSheep</a:t>
            </a:r>
            <a:endParaRPr lang="zh-TW" altLang="en-US" sz="6000" b="1" dirty="0">
              <a:latin typeface="Arial Black" panose="020B0A040201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028CA7-0CE4-4791-574C-27251C58602F}"/>
              </a:ext>
            </a:extLst>
          </p:cNvPr>
          <p:cNvSpPr txBox="1"/>
          <p:nvPr/>
        </p:nvSpPr>
        <p:spPr>
          <a:xfrm>
            <a:off x="5480263" y="3232658"/>
            <a:ext cx="3719992" cy="1600438"/>
          </a:xfrm>
          <a:prstGeom prst="round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It’s not that</a:t>
            </a:r>
            <a:br>
              <a:rPr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expensive~</a:t>
            </a:r>
            <a:endParaRPr lang="zh-TW" altLang="en-US" sz="44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103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FD373-2430-2347-C796-A87C500AD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8E090B5-EA32-83C3-1C8F-5002888ED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8104"/>
            <a:ext cx="10107613" cy="56379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A2E4C7-A164-B7DA-4681-09786161B9A7}"/>
              </a:ext>
            </a:extLst>
          </p:cNvPr>
          <p:cNvSpPr txBox="1"/>
          <p:nvPr/>
        </p:nvSpPr>
        <p:spPr>
          <a:xfrm>
            <a:off x="306846" y="447994"/>
            <a:ext cx="3166647" cy="1107996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6600" b="1" dirty="0">
                <a:latin typeface="Arial Black" panose="020B0A04020102020204" pitchFamily="34" charset="0"/>
                <a:ea typeface="微軟正黑體" panose="020B0604030504040204" pitchFamily="34" charset="-120"/>
              </a:rPr>
              <a:t>西醫歐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E7FA29-AC94-2497-FAED-70C5C0A33BED}"/>
              </a:ext>
            </a:extLst>
          </p:cNvPr>
          <p:cNvSpPr txBox="1"/>
          <p:nvPr/>
        </p:nvSpPr>
        <p:spPr>
          <a:xfrm rot="21075549">
            <a:off x="3418825" y="176647"/>
            <a:ext cx="5560081" cy="1736646"/>
          </a:xfrm>
          <a:prstGeom prst="round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96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兒</a:t>
            </a:r>
            <a:r>
              <a:rPr lang="en-US" altLang="zh-TW" sz="96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~</a:t>
            </a:r>
            <a:r>
              <a:rPr lang="zh-TW" altLang="en-US" sz="96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子</a:t>
            </a:r>
            <a:r>
              <a:rPr lang="en-US" altLang="zh-TW" sz="96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~</a:t>
            </a:r>
            <a:endParaRPr lang="zh-TW" altLang="en-US" sz="96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845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F4CC5-5D95-8A56-796B-E4E9AA26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84DD82-6B32-7981-3406-C94521AD1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8104"/>
            <a:ext cx="10107613" cy="56379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87F14C-EF48-426F-99A8-7843D1B491EA}"/>
              </a:ext>
            </a:extLst>
          </p:cNvPr>
          <p:cNvSpPr txBox="1"/>
          <p:nvPr/>
        </p:nvSpPr>
        <p:spPr>
          <a:xfrm>
            <a:off x="245477" y="367049"/>
            <a:ext cx="5314566" cy="1661993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6600" b="1" dirty="0">
                <a:latin typeface="Arial Black" panose="020B0A04020102020204" pitchFamily="34" charset="0"/>
                <a:ea typeface="微軟正黑體" panose="020B0604030504040204" pitchFamily="34" charset="-120"/>
              </a:rPr>
              <a:t>CEO</a:t>
            </a:r>
          </a:p>
          <a:p>
            <a:r>
              <a:rPr lang="en-US" altLang="zh-TW" sz="36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(Scaling Kitty’s Dad)</a:t>
            </a:r>
            <a:endParaRPr lang="zh-TW" altLang="en-US" sz="36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C2999C-2915-B147-305F-8E75608C30D0}"/>
              </a:ext>
            </a:extLst>
          </p:cNvPr>
          <p:cNvSpPr txBox="1"/>
          <p:nvPr/>
        </p:nvSpPr>
        <p:spPr>
          <a:xfrm rot="20641737">
            <a:off x="4405281" y="311960"/>
            <a:ext cx="4836910" cy="1328023"/>
          </a:xfrm>
          <a:prstGeom prst="round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7200" b="1" dirty="0">
                <a:latin typeface="Arial Black" panose="020B0A040201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Kiddo~~</a:t>
            </a:r>
            <a:endParaRPr lang="zh-TW" altLang="en-US" sz="7200" b="1" dirty="0">
              <a:latin typeface="Arial Black" panose="020B0A040201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382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CA3D3-E41A-B3BC-9C43-69DC28FDC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3B75B3-C338-3D72-AB79-CD637C40ACCE}"/>
              </a:ext>
            </a:extLst>
          </p:cNvPr>
          <p:cNvSpPr txBox="1"/>
          <p:nvPr/>
        </p:nvSpPr>
        <p:spPr>
          <a:xfrm>
            <a:off x="1521955" y="786600"/>
            <a:ext cx="3166647" cy="1107996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6600" b="1" dirty="0">
                <a:latin typeface="Arial Black" panose="020B0A04020102020204" pitchFamily="34" charset="0"/>
                <a:ea typeface="微軟正黑體" panose="020B0604030504040204" pitchFamily="34" charset="-120"/>
              </a:rPr>
              <a:t>管理層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915514-BF77-4F64-12EF-447A31E7C82F}"/>
              </a:ext>
            </a:extLst>
          </p:cNvPr>
          <p:cNvSpPr txBox="1"/>
          <p:nvPr/>
        </p:nvSpPr>
        <p:spPr>
          <a:xfrm>
            <a:off x="767114" y="3759429"/>
            <a:ext cx="4286692" cy="919401"/>
          </a:xfrm>
          <a:prstGeom prst="round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氟膠省著點用</a:t>
            </a:r>
            <a:r>
              <a:rPr lang="en-US" altLang="zh-TW" sz="48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!</a:t>
            </a:r>
            <a:endParaRPr lang="zh-TW" altLang="en-US" sz="48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5C79B9-9F0F-4A00-6E6A-A998AE999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94"/>
          <a:stretch>
            <a:fillRect/>
          </a:stretch>
        </p:blipFill>
        <p:spPr>
          <a:xfrm>
            <a:off x="5053806" y="0"/>
            <a:ext cx="4583139" cy="706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311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22CFD-1F1C-208B-1642-C0A5A5ABE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537B93-7E84-5B83-7C8C-F24DA90D9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94"/>
          <a:stretch>
            <a:fillRect/>
          </a:stretch>
        </p:blipFill>
        <p:spPr>
          <a:xfrm>
            <a:off x="5053806" y="0"/>
            <a:ext cx="4583139" cy="7061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B7B87F-1433-F915-68EB-EFA9FC01B7ED}"/>
              </a:ext>
            </a:extLst>
          </p:cNvPr>
          <p:cNvSpPr txBox="1"/>
          <p:nvPr/>
        </p:nvSpPr>
        <p:spPr>
          <a:xfrm>
            <a:off x="573860" y="692305"/>
            <a:ext cx="4479946" cy="1107996"/>
          </a:xfrm>
          <a:prstGeom prst="rect">
            <a:avLst/>
          </a:prstGeom>
          <a:noFill/>
          <a:ln w="762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6600" b="1" dirty="0">
                <a:latin typeface="Arial Black" panose="020B0A04020102020204" pitchFamily="34" charset="0"/>
                <a:ea typeface="微軟正黑體" panose="020B0604030504040204" pitchFamily="34" charset="-120"/>
              </a:rPr>
              <a:t>Manager</a:t>
            </a:r>
            <a:endParaRPr lang="zh-TW" altLang="en-US" sz="6600" b="1" dirty="0">
              <a:latin typeface="Arial Black" panose="020B0A040201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330FD2-4EC1-57A1-B419-ADD4C3B0F314}"/>
              </a:ext>
            </a:extLst>
          </p:cNvPr>
          <p:cNvSpPr txBox="1"/>
          <p:nvPr/>
        </p:nvSpPr>
        <p:spPr>
          <a:xfrm>
            <a:off x="470668" y="3030611"/>
            <a:ext cx="4974421" cy="1736646"/>
          </a:xfrm>
          <a:prstGeom prst="round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Go easy on the fluoride paste!</a:t>
            </a:r>
            <a:endParaRPr lang="zh-TW" altLang="en-US" sz="48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017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91</Words>
  <Application>Microsoft Office PowerPoint</Application>
  <PresentationFormat>Custom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Paradum Hsu</dc:creator>
  <cp:lastModifiedBy>Paradum Hsu</cp:lastModifiedBy>
  <cp:revision>8</cp:revision>
  <dcterms:created xsi:type="dcterms:W3CDTF">2026-03-15T05:29:24Z</dcterms:created>
  <dcterms:modified xsi:type="dcterms:W3CDTF">2026-03-15T06:19:54Z</dcterms:modified>
</cp:coreProperties>
</file>